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9" r:id="rId2"/>
    <p:sldId id="34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FFF46-D32B-45A3-B7A4-100D453A9706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613CB-0D31-4A4C-9921-D540415AC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262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CE33-EBFA-0664-A285-AEA4CF943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6D6B2-FD66-1E7F-ED21-5CC1511C8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C89B7-1E89-DF39-2AB4-56D57F03A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F05E6-7527-608D-7283-C9F4321F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48E62-EEC7-151E-147D-19FF0F4C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683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8BE26-8BD4-1EA5-B3C1-85AB16A6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F5D2A-F094-C5DD-E3A5-745CAF214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FC8D8-1BB0-BE04-9C3C-DD1DC5710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E9E5D-781F-8407-BD9C-625E040E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E44E4-29ED-01A1-97AB-19438265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465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22A6-E646-D972-D338-9C765965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D5E33-59BD-DEC0-B80B-8D3CF8C96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1D5E8-E673-50EC-7FAC-CA7D4244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68B78-1749-7DCD-2316-54385D98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E5A14-AB40-F200-CE07-B0E0D99C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501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72C1F-1B45-6164-D132-640796C5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86E81-DD39-D40B-982D-811D8115C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B43F2-60E4-5E1B-19CA-447FC7C3D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9691E-A4CE-4996-EF48-6A72ABCE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6D49B-19AF-16AB-1078-93F51A52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7EC78-7BA6-7C96-627E-15C3077C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57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BF24-8FC7-9D38-CFA8-ED6BB40E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A9922-214E-7957-A6F1-A6D5F431A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84A20-D31D-38FB-0CB8-A1A654A94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00E037-EF73-3C2C-AB39-78E24BC6B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C35812-0C34-2EA6-4EB5-61C4E3EC8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5427E-BCEF-DB9F-59E0-5EA4A0C0D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6E856-942C-4A0E-0E74-02FF0B9A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85E40-516E-0092-F47F-EAA883E6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05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0534-4C4D-E6E8-9A93-5E09A0F58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76414-7C52-BF82-DE66-E48D9260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39F26-394E-B66D-D84F-C851DFB2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DE5E4-E3AE-F457-6C98-1DDC469B9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60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F4237E-5A26-F69A-6D35-37A25A46B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3F1F8-AAB8-28CD-2228-3538FE61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288A9-6B6C-1E8C-CE34-66FFC69D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DC44-A0E3-C96F-34B4-49658C74E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F90AA-02B5-0AE3-9BD4-047C5381A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DB814-E06B-F307-AFA2-D0409DEAD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4B0D8-AFB4-C274-7323-DD8AC00F5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133A2-E30A-1BF4-F89B-EEF37971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D1F6A-901A-4524-B099-80696D23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75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FD886-C10D-2EB7-6C92-717CE9165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08FBFD-AA24-AB65-FFCA-43B2454BE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DC60C-DC43-06EA-A14B-161F08153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32804-8107-A218-437F-A3FF0343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0FA31-3EA9-BF15-A8F8-3394F929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5B3FC-40C3-0FA4-7B9C-6FE67E2F8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18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53FE8-6107-2AEF-2092-4A30136B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E5FD3-5E83-866A-03E4-70C244538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3F13E-7643-B69B-4DB1-95C2B8318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5715A-8F43-D0BE-E14A-A4C89448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32C5E-3E82-0714-A645-99852D36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161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E0CB9A-56EF-D861-3DF4-42A15DA563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3A3D4-25E5-0426-DEDA-17B0463BC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4FC4B-36A2-0C17-3BC2-94D6FAB5A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8EE9F-08B2-9825-618A-F5038528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C1D75-CF95-5615-7C48-9B5EC836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87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7DA4FC-2FAF-9E18-6FFB-361C857AE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47D14-AB80-9011-D5E3-54003FBC1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BE4C2-4DCA-A93A-55A8-DFB4FB07C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D0151-F4ED-455D-851B-A2E9B97C55C7}" type="datetimeFigureOut">
              <a:rPr lang="en-IN" smtClean="0"/>
              <a:t>15-09-26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D4879-B446-863F-F155-391EBCB04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B78FE-1900-6E28-6057-3A9F21014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99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132E66-FF92-A3C2-E2D3-5BA31D90C95C}"/>
              </a:ext>
            </a:extLst>
          </p:cNvPr>
          <p:cNvSpPr txBox="1"/>
          <p:nvPr/>
        </p:nvSpPr>
        <p:spPr>
          <a:xfrm>
            <a:off x="377072" y="150829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Alarm System Schematics</a:t>
            </a:r>
          </a:p>
        </p:txBody>
      </p:sp>
    </p:spTree>
    <p:extLst>
      <p:ext uri="{BB962C8B-B14F-4D97-AF65-F5344CB8AC3E}">
        <p14:creationId xmlns:p14="http://schemas.microsoft.com/office/powerpoint/2010/main" val="298554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D911B-C15A-F179-A638-6FCEB32E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F5368E-BF0B-C7E9-F2BB-2EE1D05750CE}"/>
              </a:ext>
            </a:extLst>
          </p:cNvPr>
          <p:cNvSpPr txBox="1"/>
          <p:nvPr/>
        </p:nvSpPr>
        <p:spPr>
          <a:xfrm>
            <a:off x="377072" y="150829"/>
            <a:ext cx="247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IR Blaster Schematics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64A604-B047-18E6-A7F9-892D0AA4C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328737"/>
            <a:ext cx="904875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83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3522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sarath kutathiparambil satchi</dc:creator>
  <cp:lastModifiedBy>sarath kutathiparambil satchi</cp:lastModifiedBy>
  <cp:revision>1335</cp:revision>
  <dcterms:created xsi:type="dcterms:W3CDTF">2024-05-01T12:09:08Z</dcterms:created>
  <dcterms:modified xsi:type="dcterms:W3CDTF">2026-09-15T03:20:15Z</dcterms:modified>
</cp:coreProperties>
</file>