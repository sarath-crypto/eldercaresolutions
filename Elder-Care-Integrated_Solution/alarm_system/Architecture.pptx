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9" r:id="rId2"/>
    <p:sldId id="348" r:id="rId3"/>
    <p:sldId id="302" r:id="rId4"/>
    <p:sldId id="34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FFF46-D32B-45A3-B7A4-100D453A9706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613CB-0D31-4A4C-9921-D540415AC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62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613CB-0D31-4A4C-9921-D540415ACE3B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5646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CE33-EBFA-0664-A285-AEA4CF943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6D6B2-FD66-1E7F-ED21-5CC1511C8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C89B7-1E89-DF39-2AB4-56D57F03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F05E6-7527-608D-7283-C9F4321F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48E62-EEC7-151E-147D-19FF0F4C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68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BE26-8BD4-1EA5-B3C1-85AB16A6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F5D2A-F094-C5DD-E3A5-745CAF214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FC8D8-1BB0-BE04-9C3C-DD1DC571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E9E5D-781F-8407-BD9C-625E040E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44E4-29ED-01A1-97AB-19438265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46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22A6-E646-D972-D338-9C765965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D5E33-59BD-DEC0-B80B-8D3CF8C96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1D5E8-E673-50EC-7FAC-CA7D4244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8B78-1749-7DCD-2316-54385D98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E5A14-AB40-F200-CE07-B0E0D99C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501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2C1F-1B45-6164-D132-640796C5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86E81-DD39-D40B-982D-811D8115C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B43F2-60E4-5E1B-19CA-447FC7C3D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9691E-A4CE-4996-EF48-6A72ABCE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6D49B-19AF-16AB-1078-93F51A52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7EC78-7BA6-7C96-627E-15C3077C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57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BF24-8FC7-9D38-CFA8-ED6BB40E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A9922-214E-7957-A6F1-A6D5F431A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84A20-D31D-38FB-0CB8-A1A654A94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00E037-EF73-3C2C-AB39-78E24BC6B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35812-0C34-2EA6-4EB5-61C4E3EC8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5427E-BCEF-DB9F-59E0-5EA4A0C0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6E856-942C-4A0E-0E74-02FF0B9A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85E40-516E-0092-F47F-EAA883E6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05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0534-4C4D-E6E8-9A93-5E09A0F5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76414-7C52-BF82-DE66-E48D9260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39F26-394E-B66D-D84F-C851DFB2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DE5E4-E3AE-F457-6C98-1DDC469B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0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F4237E-5A26-F69A-6D35-37A25A46B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3F1F8-AAB8-28CD-2228-3538FE61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288A9-6B6C-1E8C-CE34-66FFC69D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DC44-A0E3-C96F-34B4-49658C74E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F90AA-02B5-0AE3-9BD4-047C5381A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DB814-E06B-F307-AFA2-D0409DEAD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4B0D8-AFB4-C274-7323-DD8AC00F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133A2-E30A-1BF4-F89B-EEF37971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D1F6A-901A-4524-B099-80696D23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75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D886-C10D-2EB7-6C92-717CE916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08FBFD-AA24-AB65-FFCA-43B2454BE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DC60C-DC43-06EA-A14B-161F08153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32804-8107-A218-437F-A3FF0343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0FA31-3EA9-BF15-A8F8-3394F929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5B3FC-40C3-0FA4-7B9C-6FE67E2F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18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3FE8-6107-2AEF-2092-4A30136B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E5FD3-5E83-866A-03E4-70C244538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3F13E-7643-B69B-4DB1-95C2B8318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5715A-8F43-D0BE-E14A-A4C89448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32C5E-3E82-0714-A645-99852D36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16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0CB9A-56EF-D861-3DF4-42A15DA56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3A3D4-25E5-0426-DEDA-17B0463BC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4FC4B-36A2-0C17-3BC2-94D6FAB5A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8EE9F-08B2-9825-618A-F5038528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C1D75-CF95-5615-7C48-9B5EC836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87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DA4FC-2FAF-9E18-6FFB-361C857A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47D14-AB80-9011-D5E3-54003FBC1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BE4C2-4DCA-A93A-55A8-DFB4FB07C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D0151-F4ED-455D-851B-A2E9B97C55C7}" type="datetimeFigureOut">
              <a:rPr lang="en-IN" smtClean="0"/>
              <a:t>16-09-26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D4879-B446-863F-F155-391EBCB04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B78FE-1900-6E28-6057-3A9F21014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3C2A0-DD3C-4AD0-BD87-B5BD1CE7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99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32E66-FF92-A3C2-E2D3-5BA31D90C95C}"/>
              </a:ext>
            </a:extLst>
          </p:cNvPr>
          <p:cNvSpPr txBox="1"/>
          <p:nvPr/>
        </p:nvSpPr>
        <p:spPr>
          <a:xfrm>
            <a:off x="0" y="0"/>
            <a:ext cx="259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Alarm System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C28B4E-CC87-10FE-EF37-242719A34FDA}"/>
              </a:ext>
            </a:extLst>
          </p:cNvPr>
          <p:cNvSpPr/>
          <p:nvPr/>
        </p:nvSpPr>
        <p:spPr>
          <a:xfrm>
            <a:off x="4993065" y="1792111"/>
            <a:ext cx="3073138" cy="5263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Able to connect to </a:t>
            </a:r>
          </a:p>
          <a:p>
            <a:pPr algn="ctr"/>
            <a:r>
              <a:rPr lang="en-IN" dirty="0"/>
              <a:t>Access Point?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EE27E9-1E52-C1BB-7818-54F0FAA164CF}"/>
              </a:ext>
            </a:extLst>
          </p:cNvPr>
          <p:cNvSpPr/>
          <p:nvPr/>
        </p:nvSpPr>
        <p:spPr>
          <a:xfrm>
            <a:off x="4993064" y="2774623"/>
            <a:ext cx="3073138" cy="9128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 mode </a:t>
            </a:r>
          </a:p>
          <a:p>
            <a:pPr algn="ctr"/>
            <a:r>
              <a:rPr lang="en-IN" dirty="0"/>
              <a:t>SSID:ALARM_AP</a:t>
            </a:r>
          </a:p>
          <a:p>
            <a:pPr algn="ctr"/>
            <a:r>
              <a:rPr lang="en-IN" dirty="0"/>
              <a:t>Password:ALARM_PASS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A4F3A1-FBA0-1B87-FDC4-51277B09C97D}"/>
              </a:ext>
            </a:extLst>
          </p:cNvPr>
          <p:cNvSpPr/>
          <p:nvPr/>
        </p:nvSpPr>
        <p:spPr>
          <a:xfrm>
            <a:off x="4993065" y="4650455"/>
            <a:ext cx="3073138" cy="472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Save New Configuration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F21B20-C678-C1C4-DD46-3A2B6308115E}"/>
              </a:ext>
            </a:extLst>
          </p:cNvPr>
          <p:cNvSpPr/>
          <p:nvPr/>
        </p:nvSpPr>
        <p:spPr>
          <a:xfrm>
            <a:off x="8848628" y="3002715"/>
            <a:ext cx="1293044" cy="4561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Reboot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0E6B919-1A04-4F6F-A4EB-FB9B7A1A55B5}"/>
              </a:ext>
            </a:extLst>
          </p:cNvPr>
          <p:cNvCxnSpPr>
            <a:cxnSpLocks/>
            <a:stCxn id="7" idx="2"/>
            <a:endCxn id="9" idx="2"/>
          </p:cNvCxnSpPr>
          <p:nvPr/>
        </p:nvCxnSpPr>
        <p:spPr>
          <a:xfrm rot="5400000" flipH="1" flipV="1">
            <a:off x="7180449" y="2808085"/>
            <a:ext cx="1663885" cy="2965516"/>
          </a:xfrm>
          <a:prstGeom prst="bentConnector3">
            <a:avLst>
              <a:gd name="adj1" fmla="val -137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9CFE314-E372-DC90-9EED-F237A3FBF790}"/>
              </a:ext>
            </a:extLst>
          </p:cNvPr>
          <p:cNvCxnSpPr>
            <a:cxnSpLocks/>
            <a:stCxn id="9" idx="0"/>
            <a:endCxn id="3" idx="0"/>
          </p:cNvCxnSpPr>
          <p:nvPr/>
        </p:nvCxnSpPr>
        <p:spPr>
          <a:xfrm rot="16200000" flipV="1">
            <a:off x="7407090" y="914655"/>
            <a:ext cx="1210604" cy="2965516"/>
          </a:xfrm>
          <a:prstGeom prst="bentConnector3">
            <a:avLst>
              <a:gd name="adj1" fmla="val 1383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607023-E71B-14B5-F6C0-EDB6C3F95C48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flipH="1">
            <a:off x="6529633" y="2318438"/>
            <a:ext cx="1" cy="45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FAA712-BC3F-220C-606E-84B471CCABCD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6529633" y="3687451"/>
            <a:ext cx="1" cy="963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1324E89-4C03-7622-A7CE-817A2BFEF8DC}"/>
              </a:ext>
            </a:extLst>
          </p:cNvPr>
          <p:cNvCxnSpPr>
            <a:cxnSpLocks/>
            <a:stCxn id="3" idx="1"/>
            <a:endCxn id="50" idx="0"/>
          </p:cNvCxnSpPr>
          <p:nvPr/>
        </p:nvCxnSpPr>
        <p:spPr>
          <a:xfrm rot="10800000" flipV="1">
            <a:off x="2406193" y="2055274"/>
            <a:ext cx="2586873" cy="7107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88D2E6A-B34F-DEC5-5FC2-2724A1E045D9}"/>
              </a:ext>
            </a:extLst>
          </p:cNvPr>
          <p:cNvSpPr/>
          <p:nvPr/>
        </p:nvSpPr>
        <p:spPr>
          <a:xfrm>
            <a:off x="1591559" y="2765980"/>
            <a:ext cx="1629265" cy="6842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Normal Mode of Operation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43478F4C-6584-15CD-ECC4-7B7397E987D9}"/>
              </a:ext>
            </a:extLst>
          </p:cNvPr>
          <p:cNvCxnSpPr>
            <a:stCxn id="50" idx="2"/>
            <a:endCxn id="50" idx="1"/>
          </p:cNvCxnSpPr>
          <p:nvPr/>
        </p:nvCxnSpPr>
        <p:spPr>
          <a:xfrm rot="5400000" flipH="1">
            <a:off x="1827806" y="2871873"/>
            <a:ext cx="342139" cy="814633"/>
          </a:xfrm>
          <a:prstGeom prst="bentConnector4">
            <a:avLst>
              <a:gd name="adj1" fmla="val -66815"/>
              <a:gd name="adj2" fmla="val 1280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9D9CD89-E27C-FE45-CCE7-935654925173}"/>
              </a:ext>
            </a:extLst>
          </p:cNvPr>
          <p:cNvSpPr txBox="1"/>
          <p:nvPr/>
        </p:nvSpPr>
        <p:spPr>
          <a:xfrm>
            <a:off x="6529633" y="2369937"/>
            <a:ext cx="79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B30687-631C-3C3C-1BB1-84A3D81AC853}"/>
              </a:ext>
            </a:extLst>
          </p:cNvPr>
          <p:cNvSpPr txBox="1"/>
          <p:nvPr/>
        </p:nvSpPr>
        <p:spPr>
          <a:xfrm>
            <a:off x="4480874" y="1739027"/>
            <a:ext cx="79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554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DD99A5-C496-DECB-F8D5-F872C808F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53" y="827520"/>
            <a:ext cx="9321932" cy="57439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F0DA86-CDD2-1C15-B9CB-88BE8C550591}"/>
              </a:ext>
            </a:extLst>
          </p:cNvPr>
          <p:cNvSpPr/>
          <p:nvPr/>
        </p:nvSpPr>
        <p:spPr>
          <a:xfrm>
            <a:off x="7571295" y="1809947"/>
            <a:ext cx="4025245" cy="2262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rgbClr val="FF0000"/>
                </a:solidFill>
              </a:rPr>
              <a:t>AUDIO 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564FC3-8C36-4525-DBD5-7520A9E99887}"/>
              </a:ext>
            </a:extLst>
          </p:cNvPr>
          <p:cNvSpPr/>
          <p:nvPr/>
        </p:nvSpPr>
        <p:spPr>
          <a:xfrm>
            <a:off x="7571294" y="2047188"/>
            <a:ext cx="4025245" cy="2262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rgbClr val="FF0000"/>
                </a:solidFill>
              </a:rPr>
              <a:t>WLED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5F597D-20EF-82E2-A0B9-D6EF4E24D210}"/>
              </a:ext>
            </a:extLst>
          </p:cNvPr>
          <p:cNvSpPr/>
          <p:nvPr/>
        </p:nvSpPr>
        <p:spPr>
          <a:xfrm>
            <a:off x="7571294" y="2284429"/>
            <a:ext cx="4025245" cy="2262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rgbClr val="FF0000"/>
                </a:solidFill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48041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385E7-A170-C554-8363-1A0FA7D4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loud 54">
            <a:extLst>
              <a:ext uri="{FF2B5EF4-FFF2-40B4-BE49-F238E27FC236}">
                <a16:creationId xmlns:a16="http://schemas.microsoft.com/office/drawing/2014/main" id="{15F2CCF0-6E5B-D1C0-2C39-7EC61F70E481}"/>
              </a:ext>
            </a:extLst>
          </p:cNvPr>
          <p:cNvSpPr/>
          <p:nvPr/>
        </p:nvSpPr>
        <p:spPr>
          <a:xfrm>
            <a:off x="10169868" y="357327"/>
            <a:ext cx="1036576" cy="84114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Wi-Fi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1919E5CE-6E29-97F2-56C6-11DC56987D7D}"/>
              </a:ext>
            </a:extLst>
          </p:cNvPr>
          <p:cNvCxnSpPr>
            <a:cxnSpLocks/>
            <a:stCxn id="3074" idx="0"/>
            <a:endCxn id="55" idx="1"/>
          </p:cNvCxnSpPr>
          <p:nvPr/>
        </p:nvCxnSpPr>
        <p:spPr>
          <a:xfrm rot="5400000" flipH="1" flipV="1">
            <a:off x="8452950" y="37234"/>
            <a:ext cx="1074868" cy="339554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ESP-12 Series ESP8266 Wifi Wireless IoT ...">
            <a:extLst>
              <a:ext uri="{FF2B5EF4-FFF2-40B4-BE49-F238E27FC236}">
                <a16:creationId xmlns:a16="http://schemas.microsoft.com/office/drawing/2014/main" id="{D0BC7D57-5B79-7822-CD81-76C5625383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5" t="29845" r="50795" b="26481"/>
          <a:stretch/>
        </p:blipFill>
        <p:spPr bwMode="auto">
          <a:xfrm>
            <a:off x="6896612" y="2272440"/>
            <a:ext cx="792000" cy="9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CA649AE-0C68-316E-D74F-3085760ADE98}"/>
              </a:ext>
            </a:extLst>
          </p:cNvPr>
          <p:cNvSpPr txBox="1"/>
          <p:nvPr/>
        </p:nvSpPr>
        <p:spPr>
          <a:xfrm>
            <a:off x="6434826" y="2016581"/>
            <a:ext cx="9043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/>
              <a:t>ESP8266-12F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748AE-C2AD-3BD4-9054-7BD21F5B2735}"/>
              </a:ext>
            </a:extLst>
          </p:cNvPr>
          <p:cNvSpPr txBox="1"/>
          <p:nvPr/>
        </p:nvSpPr>
        <p:spPr>
          <a:xfrm>
            <a:off x="7810224" y="2026219"/>
            <a:ext cx="9043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IN" dirty="0"/>
              <a:t> XPT8871 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64BC0F-593E-5DA1-7C43-A10ED2B2C418}"/>
              </a:ext>
            </a:extLst>
          </p:cNvPr>
          <p:cNvGrpSpPr/>
          <p:nvPr/>
        </p:nvGrpSpPr>
        <p:grpSpPr>
          <a:xfrm>
            <a:off x="520827" y="2048032"/>
            <a:ext cx="792701" cy="813746"/>
            <a:chOff x="2302493" y="2282885"/>
            <a:chExt cx="792701" cy="813746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675834F-746D-EC54-6F1D-C53FB7ADB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36145" y="2414203"/>
              <a:ext cx="587677" cy="551110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A9E1ACB-008F-0F63-E425-D994E6FC69E0}"/>
                </a:ext>
              </a:extLst>
            </p:cNvPr>
            <p:cNvSpPr/>
            <p:nvPr/>
          </p:nvSpPr>
          <p:spPr>
            <a:xfrm>
              <a:off x="2302493" y="2282885"/>
              <a:ext cx="792701" cy="81374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783B7A5-2110-F9BC-F86A-69A6CA955B72}"/>
              </a:ext>
            </a:extLst>
          </p:cNvPr>
          <p:cNvSpPr/>
          <p:nvPr/>
        </p:nvSpPr>
        <p:spPr>
          <a:xfrm>
            <a:off x="1876342" y="269805"/>
            <a:ext cx="7918835" cy="31655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0CDD778-BB93-ADB2-0070-D54D8F6ED64F}"/>
              </a:ext>
            </a:extLst>
          </p:cNvPr>
          <p:cNvCxnSpPr>
            <a:cxnSpLocks/>
            <a:stCxn id="38" idx="3"/>
            <a:endCxn id="4" idx="1"/>
          </p:cNvCxnSpPr>
          <p:nvPr/>
        </p:nvCxnSpPr>
        <p:spPr>
          <a:xfrm flipV="1">
            <a:off x="1313528" y="1930817"/>
            <a:ext cx="952363" cy="5240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2" descr="Eighteen Sound Speaker 18LW2400 at Rs ...">
            <a:extLst>
              <a:ext uri="{FF2B5EF4-FFF2-40B4-BE49-F238E27FC236}">
                <a16:creationId xmlns:a16="http://schemas.microsoft.com/office/drawing/2014/main" id="{0125F5AC-3C79-8FC0-4802-0A4729DDE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42551" y="2439141"/>
            <a:ext cx="743015" cy="55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EED122A-B8A9-C870-BD53-80D6B3AE143D}"/>
              </a:ext>
            </a:extLst>
          </p:cNvPr>
          <p:cNvSpPr txBox="1"/>
          <p:nvPr/>
        </p:nvSpPr>
        <p:spPr>
          <a:xfrm>
            <a:off x="8721851" y="2036664"/>
            <a:ext cx="984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/>
              <a:t>4W 4ohms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2FC7CA-0C09-759C-C330-C0A4578DA05E}"/>
              </a:ext>
            </a:extLst>
          </p:cNvPr>
          <p:cNvSpPr txBox="1"/>
          <p:nvPr/>
        </p:nvSpPr>
        <p:spPr>
          <a:xfrm>
            <a:off x="1217293" y="2208390"/>
            <a:ext cx="766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5V 1A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A52284-0215-6B32-DC8B-ABE8E4313045}"/>
              </a:ext>
            </a:extLst>
          </p:cNvPr>
          <p:cNvSpPr txBox="1"/>
          <p:nvPr/>
        </p:nvSpPr>
        <p:spPr>
          <a:xfrm>
            <a:off x="0" y="42753"/>
            <a:ext cx="156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Alarm System</a:t>
            </a:r>
          </a:p>
        </p:txBody>
      </p:sp>
      <p:pic>
        <p:nvPicPr>
          <p:cNvPr id="12" name="Picture 11" descr="3.7V 2200mAh 2C Li-ion 18650 Battery Lithium Ion Rechargeable Cells">
            <a:extLst>
              <a:ext uri="{FF2B5EF4-FFF2-40B4-BE49-F238E27FC236}">
                <a16:creationId xmlns:a16="http://schemas.microsoft.com/office/drawing/2014/main" id="{8ADEE486-0DFC-DF19-14E5-B250119A4C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604" t="11110" r="37100" b="7837"/>
          <a:stretch>
            <a:fillRect/>
          </a:stretch>
        </p:blipFill>
        <p:spPr>
          <a:xfrm flipH="1">
            <a:off x="3489755" y="1690938"/>
            <a:ext cx="398703" cy="11838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D14E25-7ED1-0CD3-1491-747E610FA4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4841" t="25822" r="32660" b="31040"/>
          <a:stretch>
            <a:fillRect/>
          </a:stretch>
        </p:blipFill>
        <p:spPr>
          <a:xfrm>
            <a:off x="2265891" y="1598831"/>
            <a:ext cx="500203" cy="6639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5854DF-EDC0-D6CD-736D-5E71E701CFC2}"/>
              </a:ext>
            </a:extLst>
          </p:cNvPr>
          <p:cNvSpPr txBox="1"/>
          <p:nvPr/>
        </p:nvSpPr>
        <p:spPr>
          <a:xfrm>
            <a:off x="4721860" y="795794"/>
            <a:ext cx="1214207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indent="0">
              <a:spcAft>
                <a:spcPts val="975"/>
              </a:spcAft>
              <a:buNone/>
              <a:defRPr b="0" i="0">
                <a:effectLst/>
              </a:defRPr>
            </a:lvl1pPr>
          </a:lstStyle>
          <a:p>
            <a:r>
              <a:rPr lang="en-IN" dirty="0"/>
              <a:t>HW-105</a:t>
            </a:r>
          </a:p>
          <a:p>
            <a:r>
              <a:rPr lang="en-IN" dirty="0"/>
              <a:t>(HX3001)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EB7D3E-BCCC-3190-B7ED-D2DF3F2D70D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556" t="17775" r="32548" b="15934"/>
          <a:stretch>
            <a:fillRect/>
          </a:stretch>
        </p:blipFill>
        <p:spPr>
          <a:xfrm>
            <a:off x="4603684" y="1852323"/>
            <a:ext cx="385608" cy="7121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71D6BD-06F4-222F-49F4-6EBDAA9AD450}"/>
              </a:ext>
            </a:extLst>
          </p:cNvPr>
          <p:cNvSpPr txBox="1"/>
          <p:nvPr/>
        </p:nvSpPr>
        <p:spPr>
          <a:xfrm>
            <a:off x="1963882" y="1171063"/>
            <a:ext cx="1010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975"/>
              </a:spcAft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TP 4056 </a:t>
            </a:r>
            <a:endParaRPr lang="en-IN" sz="1875" b="0" i="0" dirty="0">
              <a:solidFill>
                <a:srgbClr val="333E48"/>
              </a:solidFill>
              <a:effectLst/>
              <a:latin typeface="Ubuntu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CA2BCF-E16B-9DC3-3081-F2C470D8B375}"/>
              </a:ext>
            </a:extLst>
          </p:cNvPr>
          <p:cNvSpPr txBox="1"/>
          <p:nvPr/>
        </p:nvSpPr>
        <p:spPr>
          <a:xfrm>
            <a:off x="3409416" y="1063740"/>
            <a:ext cx="95123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975"/>
              </a:spcAft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18650</a:t>
            </a:r>
            <a:endParaRPr lang="en-IN" sz="1875" b="0" i="0" dirty="0">
              <a:solidFill>
                <a:srgbClr val="333E48"/>
              </a:solidFill>
              <a:effectLst/>
              <a:latin typeface="Ubuntu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53500A4-3E91-ACA9-4AAA-11D132BEFC91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>
            <a:off x="2766094" y="1930817"/>
            <a:ext cx="923012" cy="944014"/>
          </a:xfrm>
          <a:prstGeom prst="bentConnector4">
            <a:avLst>
              <a:gd name="adj1" fmla="val 39201"/>
              <a:gd name="adj2" fmla="val 1242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CA0AB7E-2861-E388-2516-0297B92AC3F7}"/>
              </a:ext>
            </a:extLst>
          </p:cNvPr>
          <p:cNvCxnSpPr>
            <a:cxnSpLocks/>
            <a:stCxn id="12" idx="0"/>
            <a:endCxn id="9" idx="2"/>
          </p:cNvCxnSpPr>
          <p:nvPr/>
        </p:nvCxnSpPr>
        <p:spPr>
          <a:xfrm rot="16200000" flipH="1">
            <a:off x="3806037" y="1574006"/>
            <a:ext cx="873519" cy="1107382"/>
          </a:xfrm>
          <a:prstGeom prst="bentConnector5">
            <a:avLst>
              <a:gd name="adj1" fmla="val -26170"/>
              <a:gd name="adj2" fmla="val 50296"/>
              <a:gd name="adj3" fmla="val 1261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AB64B98-2D0A-8F48-1C66-FD6F06094E3D}"/>
              </a:ext>
            </a:extLst>
          </p:cNvPr>
          <p:cNvCxnSpPr>
            <a:stCxn id="9" idx="0"/>
            <a:endCxn id="3074" idx="1"/>
          </p:cNvCxnSpPr>
          <p:nvPr/>
        </p:nvCxnSpPr>
        <p:spPr>
          <a:xfrm rot="16200000" flipH="1">
            <a:off x="5402491" y="1246319"/>
            <a:ext cx="888117" cy="2100124"/>
          </a:xfrm>
          <a:prstGeom prst="bentConnector4">
            <a:avLst>
              <a:gd name="adj1" fmla="val -25740"/>
              <a:gd name="adj2" fmla="val 545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03BFC55-30E1-45D0-32A7-3142EBFD29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1355" y="2331501"/>
            <a:ext cx="910539" cy="6728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C759552-8F2C-DAC5-2749-21CE6C026A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792" y="3649561"/>
            <a:ext cx="11689237" cy="29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3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911B-C15A-F179-A638-6FCEB32E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F5368E-BF0B-C7E9-F2BB-2EE1D05750CE}"/>
              </a:ext>
            </a:extLst>
          </p:cNvPr>
          <p:cNvSpPr txBox="1"/>
          <p:nvPr/>
        </p:nvSpPr>
        <p:spPr>
          <a:xfrm>
            <a:off x="0" y="0"/>
            <a:ext cx="200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Web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95E583-C3B6-3A08-67A9-DB8594808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58" y="1312762"/>
            <a:ext cx="4877223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83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3548</TotalTime>
  <Words>55</Words>
  <Application>Microsoft Office PowerPoint</Application>
  <PresentationFormat>Widescreen</PresentationFormat>
  <Paragraphs>26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 kutathiparambil satchi</dc:creator>
  <cp:lastModifiedBy>sarath kutathiparambil satchi</cp:lastModifiedBy>
  <cp:revision>1370</cp:revision>
  <dcterms:created xsi:type="dcterms:W3CDTF">2024-05-01T12:09:08Z</dcterms:created>
  <dcterms:modified xsi:type="dcterms:W3CDTF">2026-09-16T15:21:54Z</dcterms:modified>
</cp:coreProperties>
</file>